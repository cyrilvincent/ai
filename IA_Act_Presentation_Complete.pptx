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Introduction à l’IA 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Encadrer l’utilisation de l’IA dans l’UE pour garantir sécurité, transparence et respect des droits fondamentaux.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Adopté en 2024 par l’Union européenne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Première réglementation mondiale dédiée à l’IA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Approche basée sur le risque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Contexte : L’IA Act vise à créer un cadre juridique harmonisé pour l’IA.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Cycle de conformité (Développement → Évaluation → Certification → Surveillance)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Chatbots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Systèmes de recommandation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Ces exemples illustrent des IA à risque limité.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anticiper les audits, former leurs équipes et intégrer la conformité dès la conception.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Conclusion : L’IA Act est une étape stratégique pour la confiance numérique en Europe.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Champ d’application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Définir les systèmes d’IA concernés par la loi.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S’applique aux fournisseurs, importateurs, distributeurs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Couvre IA dans produits et services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Exclut usages militaires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Contexte : Le champ d’application est large et inclut les systèmes intégrés.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Carte des acteurs → Obligations → Exceptions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dans santé, finance, transport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Ces secteurs sont fortement impactés par la réglementation.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identifier leurs systèmes IA et vérifier leur classification.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Conclusion : Comprendre le périmètre est essentiel pour la conformité.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Classification des risques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Présenter les 4 niveaux de risque.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Risque minimal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Risque limité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Risque élevé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Risque interdit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Chaque niveau impose des obligations différentes.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Pyramide des risques (Minimal → Interdit)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Minimal : IA pour jeux vidéo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Élevé : IA pour recrutement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Interdit : Surveillance biométrique en temps réel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La classification détermine les obligations légales et les contrôles à mettre en place.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Conclusion : La classification est la base de la conformité.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Obligations pour systèmes à haut risque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Garantir sécurité et conformité des IA à haut risque.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Évaluation de conformité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Documentation technique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Gestion des données</a:t>
            </a:r>
          </a:p>
          <a:p>
            <a:pPr>
              <a:defRPr sz="1800">
                <a:solidFill>
                  <a:srgbClr val="505050"/>
                </a:solidFill>
              </a:defRPr>
            </a:pP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Ces obligations sont strictes et détaillées.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Processus (Audit → Certification → Surveillance)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médicale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pour crédit bancaire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mettre en place des processus robustes et des audits réguliers.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Conclusion : Les systèmes à haut risque sont soumis à des contrôles stricts.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Transparence et information des utilisateurs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Informer clairement les utilisateurs.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Indiquer qu’ils interagissent avec une 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Expliquer la logique des décisions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Fournir des instructions d’usage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Interaction → Information → Consentement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Chatbot qui annonce son statut 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générative avec avertissement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La transparence renforce la confiance et réduit les risques juridiques.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Conclusion : La transparence est un pilier de l’IA Act.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Gouvernance et surveillance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Mettre en place un cadre de contrôle.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Autorités nationales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Comité européen de l’IA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Audits réguliers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Organigramme (UE → États membres → Entreprises)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Contrôles annuels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Rapports de conformité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coopérer avec les autorités et préparer des rapports détaillés.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Conclusion : Une gouvernance forte garantit l’application efficace.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Sanctions et pénalités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Dissuader les violations.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Amendes jusqu’à 30 M€ ou 6 % CA mondial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Sanctions graduées selon gravité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Tableau (Type de violation → Montant)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Non-respect des obligations → forte amende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intégrer la conformité pour éviter des sanctions lourdes.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Conclusion : Les sanctions incitent à la conformité proactive.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Impact sur les entreprises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Analyser les conséquences pour les organisations.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Adaptation des processus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Investissements en conformité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Opportunités de marché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Flux (Analyse → Mise en conformité → Avantage compétitif)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Entreprises tech → audits IA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PME → solutions externalisées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L’IA Act est un défi mais aussi une opportunité stratégique.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Conclusion : La conformité peut devenir un avantage concurrentiel.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Cas pratiques et exemples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Illustrer l’application concrète.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Santé : diagnostic assisté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Finance : scoring crédit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Transport : véhicules autonomes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Tableau (Secteur → Obligations IA Act)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médicale certifiée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RH avec transparence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cas pratiques montrent la portée réelle de la loi.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Conclusion : L’IA Act s’applique à des domaines variés.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Perspectives et évolutions futures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Objectif : Anticiper les changements à venir.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Points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Points clés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Ajustements réglementaires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Harmonisation avec RGPD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Nouvelles technologies (IA générative)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Schéma explicatif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Schéma : Timeline (2024 → 2030)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Exemples concrets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Exemples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- IA Act + Digital Services Act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Implications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Implications pratiques :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Les entreprises doivent rester vigilantes face aux évolutions.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05050"/>
                </a:solidFill>
              </a:defRPr>
            </a:pPr>
            <a:r>
              <a:t>Conclusion : L’IA Act évoluera pour suivre l’innovation.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