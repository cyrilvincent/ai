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64" r:id="rId2"/>
    <p:sldId id="551" r:id="rId3"/>
    <p:sldId id="552" r:id="rId4"/>
    <p:sldId id="553" r:id="rId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Applications Métiers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261657" y="1120676"/>
            <a:ext cx="6206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IA</a:t>
            </a:r>
          </a:p>
          <a:p>
            <a:pPr algn="ctr"/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58CA1-4263-83E9-6776-709DF534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secteurs impactés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F5246-B9DD-7FDC-73D2-B0B3298A8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Tous ?</a:t>
            </a:r>
          </a:p>
          <a:p>
            <a:r>
              <a:rPr lang="fr-FR" dirty="0"/>
              <a:t>finance, médecine, robotique, jeux vidéo, distribution, industrie, … </a:t>
            </a:r>
          </a:p>
        </p:txBody>
      </p:sp>
    </p:spTree>
    <p:extLst>
      <p:ext uri="{BB962C8B-B14F-4D97-AF65-F5344CB8AC3E}">
        <p14:creationId xmlns:p14="http://schemas.microsoft.com/office/powerpoint/2010/main" val="300305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7C126-3FFE-37BE-5589-8C83B26F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E6B06-AD1B-4E27-F4F2-235721908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grands acteurs du marché et leurs stratégies</a:t>
            </a:r>
          </a:p>
          <a:p>
            <a:pPr lvl="1"/>
            <a:r>
              <a:rPr lang="fr-FR" dirty="0"/>
              <a:t>GAFAM</a:t>
            </a:r>
          </a:p>
          <a:p>
            <a:pPr lvl="1"/>
            <a:r>
              <a:rPr lang="fr-FR" dirty="0"/>
              <a:t>Google Amazon Facebook Apple Microsoft</a:t>
            </a:r>
          </a:p>
          <a:p>
            <a:pPr lvl="1"/>
            <a:r>
              <a:rPr lang="fr-FR" dirty="0"/>
              <a:t>NATU</a:t>
            </a:r>
          </a:p>
          <a:p>
            <a:pPr lvl="1"/>
            <a:r>
              <a:rPr lang="fr-FR" dirty="0"/>
              <a:t>Netflix </a:t>
            </a:r>
            <a:r>
              <a:rPr lang="fr-FR" dirty="0" err="1"/>
              <a:t>AirBnB</a:t>
            </a:r>
            <a:r>
              <a:rPr lang="fr-FR" dirty="0"/>
              <a:t> Tesla Uber</a:t>
            </a:r>
          </a:p>
          <a:p>
            <a:pPr lvl="1"/>
            <a:r>
              <a:rPr lang="fr-FR" dirty="0"/>
              <a:t>IA</a:t>
            </a:r>
          </a:p>
          <a:p>
            <a:pPr lvl="1"/>
            <a:r>
              <a:rPr lang="fr-FR" dirty="0" err="1"/>
              <a:t>OpenAI</a:t>
            </a:r>
            <a:r>
              <a:rPr lang="fr-FR" dirty="0"/>
              <a:t>, </a:t>
            </a:r>
            <a:r>
              <a:rPr lang="fr-FR" dirty="0" err="1"/>
              <a:t>Anthropic</a:t>
            </a:r>
            <a:r>
              <a:rPr lang="fr-FR" dirty="0"/>
              <a:t>, </a:t>
            </a:r>
            <a:r>
              <a:rPr lang="fr-FR" dirty="0" err="1"/>
              <a:t>MistralAI</a:t>
            </a:r>
            <a:r>
              <a:rPr lang="fr-FR" dirty="0"/>
              <a:t>, </a:t>
            </a:r>
            <a:r>
              <a:rPr lang="fr-FR" dirty="0" err="1"/>
              <a:t>DeepSeek</a:t>
            </a:r>
            <a:endParaRPr lang="fr-FR" dirty="0"/>
          </a:p>
          <a:p>
            <a:pPr lvl="1"/>
            <a:r>
              <a:rPr lang="fr-FR" dirty="0"/>
              <a:t>Stratégie : Investissement ++</a:t>
            </a:r>
          </a:p>
        </p:txBody>
      </p:sp>
    </p:spTree>
    <p:extLst>
      <p:ext uri="{BB962C8B-B14F-4D97-AF65-F5344CB8AC3E}">
        <p14:creationId xmlns:p14="http://schemas.microsoft.com/office/powerpoint/2010/main" val="52131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E63B9-7608-566D-2476-F440851B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cas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2D1F89-2366-D3C3-88AA-D1D1D073C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Imagerie Médicale : Cancer du sein</a:t>
            </a:r>
          </a:p>
          <a:p>
            <a:r>
              <a:rPr lang="fr-FR" dirty="0"/>
              <a:t>Avocats : Jurisprudence</a:t>
            </a:r>
          </a:p>
          <a:p>
            <a:r>
              <a:rPr lang="fr-FR" dirty="0"/>
              <a:t>Notaires : Recherche de document par RAG</a:t>
            </a:r>
          </a:p>
          <a:p>
            <a:r>
              <a:rPr lang="fr-FR" dirty="0"/>
              <a:t>Industrie : détection de défaut</a:t>
            </a:r>
          </a:p>
          <a:p>
            <a:r>
              <a:rPr lang="fr-FR" dirty="0"/>
              <a:t>Psychologie : Détection des comportements dangereux</a:t>
            </a:r>
          </a:p>
          <a:p>
            <a:r>
              <a:rPr lang="fr-FR" dirty="0"/>
              <a:t>Réseaux sociaux : Détection du terrorisme</a:t>
            </a:r>
          </a:p>
          <a:p>
            <a:r>
              <a:rPr lang="fr-FR" dirty="0"/>
              <a:t>Caméra : </a:t>
            </a:r>
            <a:r>
              <a:rPr lang="fr-FR"/>
              <a:t>Reconnaissance faciale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02443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3427</TotalTime>
  <Words>95</Words>
  <Application>Microsoft Office PowerPoint</Application>
  <PresentationFormat>Affichage à l'écran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Monotype Sorts</vt:lpstr>
      <vt:lpstr>Times New Roman</vt:lpstr>
      <vt:lpstr>cvc</vt:lpstr>
      <vt:lpstr>Présentation PowerPoint</vt:lpstr>
      <vt:lpstr>Les secteurs impactés</vt:lpstr>
      <vt:lpstr>Acteurs</vt:lpstr>
      <vt:lpstr>Exemple de cas pratiques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248</cp:revision>
  <dcterms:created xsi:type="dcterms:W3CDTF">2000-04-10T19:33:12Z</dcterms:created>
  <dcterms:modified xsi:type="dcterms:W3CDTF">2025-11-19T09:48:05Z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