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Introduction au RGPD - Objectif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Présenter le contexte et les objectifs du RGPD, adopté en 2018 pour renforcer la protection des données personnelles dans l'UE.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Introduction au RGPD - 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Cadre juridique européen pour la protection des données.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Applicable à toutes les organisations traitant des données de résidents de l'UE.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Objectifs : Transparence, sécurité, droits des individus.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Introduction au RGPD - Schéma explicatif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5486400" cy="2743200"/>
          </a:xfrm>
          <a:prstGeom prst="rect">
            <a:avLst/>
          </a:prstGeom>
          <a:solidFill>
            <a:srgbClr val="C8E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Cycle : Collecte → Traitement → Protection → Droits des individus.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Introduction au RGPD - Exemples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Sites web demandant consentement pour cookies.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Applications mobiles avec politique de confidentialité claire.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Introduction au RGPD - Implications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Adaptation des processus internes.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Formation des employés à la conformité RGPD.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Introduction au RGPD -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Le RGPD est une norme mondiale influençant la gouvernance des données.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Principes fondamentaux - Objectif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Expliquer les principes clés qui guident le RGPD.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Principes fondamentaux - 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Licéité, loyauté et transparence.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Limitation des finalités.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Minimisation des données.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Exactitude.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Limitation de la conservation.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Intégrité et confidentialité.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Principes fondamentaux - Schéma explicatif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5486400" cy="2743200"/>
          </a:xfrm>
          <a:prstGeom prst="rect">
            <a:avLst/>
          </a:prstGeom>
          <a:solidFill>
            <a:srgbClr val="C8E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Diagramme circulaire des 6 principes fondamentaux.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Principes fondamentaux - Exemples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Collecte uniquement des données nécessaires.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Suppression des données après usage.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Principes fondamentaux - Implications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Revue des politiques de collecte.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Mise en place de contrôles internes.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Principes fondamentaux -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Ces principes assurent une gestion responsable des données.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Droits des personnes - Objectif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Présenter les droits accordés aux individus par le RGPD.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Droits des personnes - 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Droit d'accès.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Droit de rectification.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Droit à l'effacement.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Droit à la portabilité.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Droit d'opposition.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Droit à la limitation du traitement.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Droits des personnes - Schéma explicatif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5486400" cy="2743200"/>
          </a:xfrm>
          <a:prstGeom prst="rect">
            <a:avLst/>
          </a:prstGeom>
          <a:solidFill>
            <a:srgbClr val="C8E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Tableau des droits avec icônes (œil pour accès, crayon pour rectification).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Droits des personnes - Exemples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Un utilisateur demande la suppression de son compte.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Exportation des données personnelles sur demande.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Droits des personnes - Implications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Mise en place de procédures pour répondre aux demandes.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Outils pour la portabilité des données.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Droits des personnes -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Les droits des individus sont au cœur du RGPD.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Obligations des responsables de traitement - Objectif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Décrire les responsabilités des organisations.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Obligations des responsables de traitement - 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Tenue d'un registre des traitements.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Analyse d'impact (PIA) pour traitements sensibles.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Sécurité des données.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Notification des violations.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Obligations des responsables de traitement - Schéma explicatif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5486400" cy="2743200"/>
          </a:xfrm>
          <a:prstGeom prst="rect">
            <a:avLst/>
          </a:prstGeom>
          <a:solidFill>
            <a:srgbClr val="C8E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Organigramme : Responsable → Processus → Contrôles.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Obligations des responsables de traitement - Exemples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Entreprise documentant ses flux de données.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Audit interne régulier.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Obligations des responsables de traitement - Implications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Investissement dans la cybersécurité.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Nomination d'un DPO si nécessaire.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Obligations des responsables de traitement -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Les organisations doivent démontrer leur conformité.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Consentement et bases légales - Objectif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Expliquer les conditions de validité du consentement.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Consentement et bases légales - 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Consentement libre, éclairé et explicite.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Bases légales : contrat, obligation légale, intérêt légitime.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Consentement et bases légales - Schéma explicatif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5486400" cy="2743200"/>
          </a:xfrm>
          <a:prstGeom prst="rect">
            <a:avLst/>
          </a:prstGeom>
          <a:solidFill>
            <a:srgbClr val="C8E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Diagramme : Consentement ↔ Bases légales.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Consentement et bases légales - Exemples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Case à cocher pour accepter les conditions.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Traitement basé sur obligation légale.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Consentement et bases légales - Implications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Revue des formulaires de consentement.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Documentation des bases légales.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Consentement et bases légales -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Le consentement est central mais pas unique.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Délégué à la protection des données (DPO) - Objectif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Présenter le rôle et les missions du DPO.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Délégué à la protection des données (DPO) - 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Conseiller et contrôler la conformité.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Point de contact avec l'autorité.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Formation et sensibilisation.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Délégué à la protection des données (DPO) - Schéma explicatif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5486400" cy="2743200"/>
          </a:xfrm>
          <a:prstGeom prst="rect">
            <a:avLst/>
          </a:prstGeom>
          <a:solidFill>
            <a:srgbClr val="C8E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Organigramme : DPO au centre des flux.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Délégué à la protection des données (DPO) - Exemples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Nomination d'un DPO dans une grande entreprise.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DPO organisant des audits.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Délégué à la protection des données (DPO) - Implications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Ressources dédiées à la fonction DPO.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Communication interne renforcée.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Délégué à la protection des données (DPO) -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Le DPO est un acteur clé de la conformité.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Violations de données et notifications - Objectif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Expliquer la gestion des incidents.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Violations de données et notifications - 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Notification à l'autorité sous 72h.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Information des personnes concernées.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Plan de réponse aux incidents.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Violations de données et notifications - Schéma explicatif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5486400" cy="2743200"/>
          </a:xfrm>
          <a:prstGeom prst="rect">
            <a:avLst/>
          </a:prstGeom>
          <a:solidFill>
            <a:srgbClr val="C8E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Flux : Incident → Notification → Remédiation.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Violations de données et notifications - Exemples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Fuite de données clients.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Cyberattaque sur serveur.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Violations de données et notifications - Implications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Procédures d'urgence.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Outils de détection des intrusions.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Violations de données et notifications -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La réactivité est essentielle pour limiter les impacts.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Sanctions et pénalités - Objectif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Présenter les conséquences en cas de non-conformité.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Sanctions et pénalités - 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Amendes jusqu'à 20 M€ ou 4% du CA mondial.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Sanctions graduées selon gravité.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Sanctions et pénalités - Schéma explicatif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5486400" cy="2743200"/>
          </a:xfrm>
          <a:prstGeom prst="rect">
            <a:avLst/>
          </a:prstGeom>
          <a:solidFill>
            <a:srgbClr val="C8E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Tableau : Type de violation → Montant.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Sanctions et pénalités - Exemples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Entreprise sanctionnée pour absence de consentement.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Violation massive entraînant forte amende.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Sanctions et pénalités - Implications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Investir dans la conformité.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Surveillance continue.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Sanctions et pénalités -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Les sanctions incitent à la conformité proactive.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Impact sur les entreprises - Objectif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Analyser les conséquences pour les organisations.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Impact sur les entreprises - 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Adaptation des processus.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Investissements en conformité.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Opportunités de marché.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Impact sur les entreprises - Schéma explicatif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5486400" cy="2743200"/>
          </a:xfrm>
          <a:prstGeom prst="rect">
            <a:avLst/>
          </a:prstGeom>
          <a:solidFill>
            <a:srgbClr val="C8E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Flux : Analyse → Mise en conformité → Avantage compétitif.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Impact sur les entreprises - Exemples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Entreprises tech → audits RGPD.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PME → solutions externalisées.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Impact sur les entreprises - Implications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Budget dédié à la protection des données.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Formation continue.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Impact sur les entreprises -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Le RGPD est un défi mais aussi une opportunité stratégique.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Perspectives et évolutions futures - Objectif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Anticiper les changements à venir.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Perspectives et évolutions futures - 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Ajustements réglementaires.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Harmonisation avec autres lois (IA Act).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Nouvelles technologies (IA, Big Data).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Perspectives et évolutions futures - Schéma explicatif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5486400" cy="2743200"/>
          </a:xfrm>
          <a:prstGeom prst="rect">
            <a:avLst/>
          </a:prstGeom>
          <a:solidFill>
            <a:srgbClr val="C8E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Timeline : 2018 → 2030.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Perspectives et évolutions futures - Exemples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RGPD + IA Act.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Adaptation aux technologies émergentes.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Perspectives et évolutions futures - Implications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Veille réglementaire.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Flexibilité des processus.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Perspectives et évolutions futures -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505050"/>
                </a:solidFill>
              </a:defRPr>
            </a:pPr>
            <a:r>
              <a:t>Le RGPD évoluera pour suivre l'innovation.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